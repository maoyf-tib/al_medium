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76" y="5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10F4E-B3CA-D886-11D5-1E7559FE52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EE0151-FC25-469E-FF64-A32F185EA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841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9B6E850-3F8A-32FF-72C8-30174F3F2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961072"/>
            <a:ext cx="3505200" cy="42195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94D3DDB-7DC3-2F16-A1EF-C0E4AEAB1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5125"/>
            <a:ext cx="2097862" cy="350932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A9EEA6E-429E-18AD-C292-E2D18F9CE848}"/>
              </a:ext>
            </a:extLst>
          </p:cNvPr>
          <p:cNvSpPr txBox="1"/>
          <p:nvPr/>
        </p:nvSpPr>
        <p:spPr>
          <a:xfrm>
            <a:off x="3459480" y="48768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最终汇总数据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101545-77EB-3605-673A-2ED04877544E}"/>
              </a:ext>
            </a:extLst>
          </p:cNvPr>
          <p:cNvSpPr txBox="1"/>
          <p:nvPr/>
        </p:nvSpPr>
        <p:spPr>
          <a:xfrm>
            <a:off x="6279511" y="495300"/>
            <a:ext cx="210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旧数据</a:t>
            </a:r>
            <a:r>
              <a:rPr lang="en-US" altLang="zh-CN" dirty="0"/>
              <a:t>-</a:t>
            </a:r>
            <a:r>
              <a:rPr lang="zh-CN" altLang="en-US" dirty="0"/>
              <a:t>现绘图数据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F753B4-33C8-76AD-8C43-AE40C5F030FA}"/>
              </a:ext>
            </a:extLst>
          </p:cNvPr>
          <p:cNvSpPr/>
          <p:nvPr/>
        </p:nvSpPr>
        <p:spPr>
          <a:xfrm>
            <a:off x="2590800" y="3070859"/>
            <a:ext cx="5603062" cy="6578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F74EED-00F0-4777-24A6-1183A916847D}"/>
              </a:ext>
            </a:extLst>
          </p:cNvPr>
          <p:cNvSpPr/>
          <p:nvPr/>
        </p:nvSpPr>
        <p:spPr>
          <a:xfrm>
            <a:off x="3759200" y="2832099"/>
            <a:ext cx="1148080" cy="6578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80097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Liaoyt</dc:creator>
  <cp:lastModifiedBy>yt L</cp:lastModifiedBy>
  <cp:revision>12</cp:revision>
  <dcterms:created xsi:type="dcterms:W3CDTF">2023-08-09T12:44:00Z</dcterms:created>
  <dcterms:modified xsi:type="dcterms:W3CDTF">2026-09-17T07:22:20Z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