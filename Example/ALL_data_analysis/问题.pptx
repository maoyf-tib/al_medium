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sldIdLst>
    <p:sldId id="256" r:id="rId2"/>
    <p:sldId id="257" r:id="rId3"/>
  </p:sldIdLst>
  <p:sldSz cx="12192000" cy="6858000"/>
  <p:notesSz cx="6858000" cy="9144000"/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987" autoAdjust="0"/>
    <p:restoredTop sz="94660"/>
  </p:normalViewPr>
  <p:slideViewPr>
    <p:cSldViewPr snapToGrid="0" showGuides="1">
      <p:cViewPr varScale="1">
        <p:scale>
          <a:sx n="84" d="100"/>
          <a:sy n="84" d="100"/>
        </p:scale>
        <p:origin x="76" y="580"/>
      </p:cViewPr>
      <p:guideLst>
        <p:guide orient="horz" pos="2160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slide" Target="slides/slide2.xml"/><Relationship Id="rId7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5" Type="http://schemas.openxmlformats.org/officeDocument/2006/relationships/viewProps" Target="viewProps.xml"/><Relationship Id="rId4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副标题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CN" altLang="en-US"/>
              <a:t>单击此处编辑母版副标题样式</a:t>
            </a:r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  <a:t>2026/9/17</a:t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  <a:t>2026/9/17</a:t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  <a:t>2026/9/17</a:t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  <a:t>2026/9/17</a:t>
            </a:fld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5" name="文本占位符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6" name="内容占位符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7" name="日期占位符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  <a:t>2026/9/17</a:t>
            </a:fld>
            <a:endParaRPr lang="zh-CN" altLang="en-US"/>
          </a:p>
        </p:txBody>
      </p:sp>
      <p:sp>
        <p:nvSpPr>
          <p:cNvPr id="8" name="页脚占位符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9" name="灯片编号占位符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日期占位符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  <a:t>2026/9/17</a:t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  <a:t>2026/9/17</a:t>
            </a:fld>
            <a:endParaRPr lang="zh-CN" altLang="en-US"/>
          </a:p>
        </p:txBody>
      </p:sp>
      <p:sp>
        <p:nvSpPr>
          <p:cNvPr id="3" name="页脚占位符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  <a:t>2026/9/17</a:t>
            </a:fld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图片占位符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zh-CN" altLang="en-US"/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  <a:t>2026/9/17</a:t>
            </a:fld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标题和竖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  <a:t>2026/9/17</a:t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垂直排列标题与&#10;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  <a:t>2026/9/17</a:t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占位符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997B5FA-0921-464F-AAE1-844C04324D75}" type="datetimeFigureOut">
              <a:rPr lang="zh-CN" altLang="en-US" smtClean="0"/>
              <a:t>2026/9/17</a:t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65CE74E-AB26-4998-AD42-012C4C1AD076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6F510F4E-B3CA-D886-11D5-1E7559FE5260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3" name="副标题 2">
            <a:extLst>
              <a:ext uri="{FF2B5EF4-FFF2-40B4-BE49-F238E27FC236}">
                <a16:creationId xmlns:a16="http://schemas.microsoft.com/office/drawing/2014/main" id="{D1EE0151-FC25-469E-FF64-A32F185EAB2E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84684188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图片 2">
            <a:extLst>
              <a:ext uri="{FF2B5EF4-FFF2-40B4-BE49-F238E27FC236}">
                <a16:creationId xmlns:a16="http://schemas.microsoft.com/office/drawing/2014/main" id="{39B6E850-3F8A-32FF-72C8-30174F3F280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90800" y="961072"/>
            <a:ext cx="3505200" cy="4219575"/>
          </a:xfrm>
          <a:prstGeom prst="rect">
            <a:avLst/>
          </a:prstGeom>
        </p:spPr>
      </p:pic>
      <p:pic>
        <p:nvPicPr>
          <p:cNvPr id="5" name="图片 4">
            <a:extLst>
              <a:ext uri="{FF2B5EF4-FFF2-40B4-BE49-F238E27FC236}">
                <a16:creationId xmlns:a16="http://schemas.microsoft.com/office/drawing/2014/main" id="{B94D3DDB-7DC3-2F16-A1EF-C0E4AEAB11A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96000" y="1645125"/>
            <a:ext cx="2097862" cy="3509327"/>
          </a:xfrm>
          <a:prstGeom prst="rect">
            <a:avLst/>
          </a:prstGeom>
        </p:spPr>
      </p:pic>
      <p:sp>
        <p:nvSpPr>
          <p:cNvPr id="6" name="文本框 5">
            <a:extLst>
              <a:ext uri="{FF2B5EF4-FFF2-40B4-BE49-F238E27FC236}">
                <a16:creationId xmlns:a16="http://schemas.microsoft.com/office/drawing/2014/main" id="{7A9EEA6E-429E-18AD-C292-E2D18F9CE848}"/>
              </a:ext>
            </a:extLst>
          </p:cNvPr>
          <p:cNvSpPr txBox="1"/>
          <p:nvPr/>
        </p:nvSpPr>
        <p:spPr>
          <a:xfrm>
            <a:off x="3459480" y="487680"/>
            <a:ext cx="156966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dirty="0"/>
              <a:t>最终汇总数据</a:t>
            </a:r>
          </a:p>
        </p:txBody>
      </p:sp>
      <p:sp>
        <p:nvSpPr>
          <p:cNvPr id="8" name="文本框 7">
            <a:extLst>
              <a:ext uri="{FF2B5EF4-FFF2-40B4-BE49-F238E27FC236}">
                <a16:creationId xmlns:a16="http://schemas.microsoft.com/office/drawing/2014/main" id="{C4101545-77EB-3605-673A-2ED04877544E}"/>
              </a:ext>
            </a:extLst>
          </p:cNvPr>
          <p:cNvSpPr txBox="1"/>
          <p:nvPr/>
        </p:nvSpPr>
        <p:spPr>
          <a:xfrm>
            <a:off x="6279511" y="495300"/>
            <a:ext cx="210185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dirty="0"/>
              <a:t>旧数据</a:t>
            </a:r>
            <a:r>
              <a:rPr lang="en-US" altLang="zh-CN" dirty="0"/>
              <a:t>-</a:t>
            </a:r>
            <a:r>
              <a:rPr lang="zh-CN" altLang="en-US" dirty="0"/>
              <a:t>现绘图数据</a:t>
            </a:r>
          </a:p>
        </p:txBody>
      </p:sp>
      <p:sp>
        <p:nvSpPr>
          <p:cNvPr id="9" name="矩形 8">
            <a:extLst>
              <a:ext uri="{FF2B5EF4-FFF2-40B4-BE49-F238E27FC236}">
                <a16:creationId xmlns:a16="http://schemas.microsoft.com/office/drawing/2014/main" id="{5AF753B4-33C8-76AD-8C43-AE40C5F030FA}"/>
              </a:ext>
            </a:extLst>
          </p:cNvPr>
          <p:cNvSpPr/>
          <p:nvPr/>
        </p:nvSpPr>
        <p:spPr>
          <a:xfrm>
            <a:off x="2590800" y="3070859"/>
            <a:ext cx="5603062" cy="657861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1" name="矩形 10">
            <a:extLst>
              <a:ext uri="{FF2B5EF4-FFF2-40B4-BE49-F238E27FC236}">
                <a16:creationId xmlns:a16="http://schemas.microsoft.com/office/drawing/2014/main" id="{8BF74EED-00F0-4777-24A6-1183A916847D}"/>
              </a:ext>
            </a:extLst>
          </p:cNvPr>
          <p:cNvSpPr/>
          <p:nvPr/>
        </p:nvSpPr>
        <p:spPr>
          <a:xfrm>
            <a:off x="3759200" y="2832099"/>
            <a:ext cx="1148080" cy="657861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402800976"/>
      </p:ext>
    </p:extLst>
  </p:cSld>
  <p:clrMapOvr>
    <a:masterClrMapping/>
  </p:clrMapOvr>
</p:sld>
</file>

<file path=ppt/theme/theme1.xml><?xml version="1.0" encoding="utf-8"?>
<a:theme xmlns:a="http://schemas.openxmlformats.org/drawingml/2006/main" name="WPS">
  <a:themeElements>
    <a:clrScheme name="WPS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874CB"/>
      </a:accent1>
      <a:accent2>
        <a:srgbClr val="EE822F"/>
      </a:accent2>
      <a:accent3>
        <a:srgbClr val="F2BA02"/>
      </a:accent3>
      <a:accent4>
        <a:srgbClr val="75BD42"/>
      </a:accent4>
      <a:accent5>
        <a:srgbClr val="30C0B4"/>
      </a:accent5>
      <a:accent6>
        <a:srgbClr val="E54C5E"/>
      </a:accent6>
      <a:hlink>
        <a:srgbClr val="0026E5"/>
      </a:hlink>
      <a:folHlink>
        <a:srgbClr val="7E1FAD"/>
      </a:folHlink>
    </a:clrScheme>
    <a:fontScheme name="WPS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微软雅黑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微软雅黑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WPS">
      <a:fillStyleLst>
        <a:solidFill>
          <a:schemeClr val="phClr"/>
        </a:solidFill>
        <a:gradFill>
          <a:gsLst>
            <a:gs pos="0">
              <a:schemeClr val="phClr">
                <a:lumOff val="17500"/>
              </a:schemeClr>
            </a:gs>
            <a:gs pos="100000">
              <a:schemeClr val="phClr"/>
            </a:gs>
          </a:gsLst>
          <a:lin ang="2700000" scaled="0"/>
        </a:gradFill>
        <a:gradFill>
          <a:gsLst>
            <a:gs pos="0">
              <a:schemeClr val="phClr">
                <a:hueOff val="-2520000"/>
              </a:schemeClr>
            </a:gs>
            <a:gs pos="100000">
              <a:schemeClr val="phClr"/>
            </a:gs>
          </a:gsLst>
          <a:lin ang="27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gradFill>
            <a:gsLst>
              <a:gs pos="0">
                <a:schemeClr val="phClr">
                  <a:hueOff val="-4200000"/>
                </a:schemeClr>
              </a:gs>
              <a:gs pos="100000">
                <a:schemeClr val="phClr"/>
              </a:gs>
            </a:gsLst>
            <a:lin ang="2700000" scaled="1"/>
          </a:gradFill>
          <a:prstDash val="solid"/>
          <a:miter lim="800000"/>
        </a:ln>
      </a:lnStyleLst>
      <a:effectStyleLst>
        <a:effectStyle>
          <a:effectLst>
            <a:outerShdw blurRad="101600" dist="50800" dir="5400000" algn="ctr" rotWithShape="0">
              <a:schemeClr val="phClr">
                <a:alpha val="60000"/>
              </a:schemeClr>
            </a:outerShdw>
          </a:effectLst>
        </a:effectStyle>
        <a:effectStyle>
          <a:effectLst>
            <a:reflection stA="50000" endA="300" endPos="40000" dist="25400" dir="5400000" sy="-100000" algn="bl" rotWithShape="0"/>
          </a:effectLst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10</TotalTime>
  <Words>15</Words>
  <Application>Microsoft Office PowerPoint</Application>
  <PresentationFormat>宽屏</PresentationFormat>
  <Paragraphs>2</Paragraphs>
  <Slides>2</Slides>
  <Notes>0</Notes>
  <HiddenSlides>0</HiddenSlides>
  <MMClips>0</MMClips>
  <ScaleCrop>false</ScaleCrop>
  <HeadingPairs>
    <vt:vector size="6" baseType="variant">
      <vt:variant>
        <vt:lpstr>已用的字体</vt:lpstr>
      </vt:variant>
      <vt:variant>
        <vt:i4>2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2</vt:i4>
      </vt:variant>
    </vt:vector>
  </HeadingPairs>
  <TitlesOfParts>
    <vt:vector size="5" baseType="lpstr">
      <vt:lpstr>Arial</vt:lpstr>
      <vt:lpstr>Calibri</vt:lpstr>
      <vt:lpstr>WPS</vt:lpstr>
      <vt:lpstr>PowerPoint 演示文稿</vt:lpstr>
      <vt:lpstr>PowerPoint 演示文稿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Liaoyt</dc:creator>
  <cp:lastModifiedBy>yt L</cp:lastModifiedBy>
  <cp:revision>12</cp:revision>
  <dcterms:created xsi:type="dcterms:W3CDTF">2023-08-09T12:44:00Z</dcterms:created>
  <dcterms:modified xsi:type="dcterms:W3CDTF">2026-09-17T06:44:24Z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KSOProductBuildVer">
    <vt:lpwstr>2052-12.1.0.21915</vt:lpwstr>
  </property>
</Properties>
</file>